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502920"/>
            <a:ext cx="1371600" cy="1371600"/>
          </a:xfrm>
          <a:prstGeom prst="ellipse">
            <a:avLst/>
          </a:prstGeom>
          <a:solidFill>
            <a:srgbClr val="E8804C"/>
          </a:solidFill>
          <a:ln/>
        </p:spPr>
      </p:sp>
      <p:sp>
        <p:nvSpPr>
          <p:cNvPr id="3" name="Text 1"/>
          <p:cNvSpPr/>
          <p:nvPr/>
        </p:nvSpPr>
        <p:spPr>
          <a:xfrm>
            <a:off x="10012680" y="502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· PROJECT CLOSURE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Airway Bill &amp; Document Tracker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Compliance for Air Cargo Operations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ORBEM Solutions Private Limited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141A4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5257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Frontend Lead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Rasul Khan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Backend Lead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QA / DevOps Lead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0" y="5257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ARC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180594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8059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Discover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64992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ORBEM's air-cargo workflow and defined the 5-document compliance problem for Review 1.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0594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8059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56616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364992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the database schema and ER diagram; stood up the first Supabase tables and API views.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23760" y="180594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8059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Build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364992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document checklist, the status automation engine, and full frontend integration.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0" y="180594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0" y="18059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23544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Test &amp; Deploy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3364992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22-point end-to-end test suite, wired up email alerts, and deployed the live system.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55595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above ended with a working, reviewed deliverable — nothing here is retroactive.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Working Compliance Tracker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Delivered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registry with automatic volumetric &amp; chargeable weight calculation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5-document compliance checklist per shipment with real file upload &amp; storage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status engine — Pending Documents → Ready for Handover / On Hold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on every status change, fully logged for audit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filterable operations dashboard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(status history) for every shipment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0" y="169164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89720" y="169164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8972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8972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States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Workflow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379476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4023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8368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379476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4023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8972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98932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air cargo document-compliance tracker — built on Supabase, tested end-to-end, and deployed.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 · STEP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 cards pulled live from a Supabase view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filterable shipment registry (status, priority, owner)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Supabase Cloud connection badge — not a static mockup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action shortcut straight into document audit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5074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running app at localhost:5173 — every number shown is live from the database.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7406640" cy="5120640"/>
          </a:xfrm>
          <a:prstGeom prst="roundRect">
            <a:avLst>
              <a:gd name="adj" fmla="val 89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188720"/>
            <a:ext cx="7040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 - Real-time cargo stats grid &amp; statuses active]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 · STEP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Intake &amp; Automatic Weight Calculation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1163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8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volumetric_weight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(L × W × H) / 6000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88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chargeable_weight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MAX(actual, volumetric)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automatically by a Postgres trigger the instant a shipment is created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entry, no frontend drift from the database value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automatically if dimensions are ever updated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120640" cy="4480560"/>
          </a:xfrm>
          <a:prstGeom prst="roundRect">
            <a:avLst>
              <a:gd name="adj" fmla="val 102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[Intake Consignment &amp; Volumetric Weight Form Crop]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 · STEP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5-Document Compliance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shipment auto-generates 5 required documents on creation: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Bill Copy, Commercial Invoice, Packing List,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Proof, Cargo Declaration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upload to Supabase Storage — not a placeholder reference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opens the actual uploaded file via a signed URL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requires a written reason; Approve updates compliance % live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40680" y="1737360"/>
            <a:ext cx="6217920" cy="4480560"/>
          </a:xfrm>
          <a:prstGeom prst="roundRect">
            <a:avLst>
              <a:gd name="adj" fmla="val 102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23560" y="192024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[Checklist Details Screenshot - File upload, approve, &amp; reject inputs]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 · STEP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Automation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377440" cy="1865376"/>
          </a:xfrm>
          <a:prstGeom prst="roundRect">
            <a:avLst>
              <a:gd name="adj" fmla="val 3922"/>
            </a:avLst>
          </a:prstGeom>
          <a:solidFill>
            <a:srgbClr val="B07D10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65960"/>
            <a:ext cx="23774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PENDING_DOCUMENTS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03320" y="19659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2D8A5E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03320" y="1965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READY_FOR_HANDOVER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0332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approved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3054096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305409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ON_HOLD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03320" y="2770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1 rejected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12280" y="2510028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3A5CB0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25100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CANCELLED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12280" y="22174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terminal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10698480" cy="1874520"/>
          </a:xfrm>
          <a:prstGeom prst="roundRect">
            <a:avLst>
              <a:gd name="adj" fmla="val 3902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315968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Postgres trigger re-evaluates shipment status after every document change — guaranteed consistent regardless of which document was approved first or whether two reviewers act at the same moment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writes a status_history row automatically — nothing is logged manually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states (Completed / Cancelled) are explicitly protected: once set, the automation engine no longer overrides them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 · STEP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Customer Notifications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UI 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448056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[WhatsApp Mock Crop]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82880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80860" y="2308860"/>
            <a:ext cx="777240" cy="777240"/>
          </a:xfrm>
          <a:prstGeom prst="ellipse">
            <a:avLst/>
          </a:prstGeom>
          <a:solidFill>
            <a:srgbClr val="E8804C"/>
          </a:solidFill>
          <a:ln/>
        </p:spPr>
      </p:sp>
      <p:sp>
        <p:nvSpPr>
          <p:cNvPr id="10" name="Text 8"/>
          <p:cNvSpPr/>
          <p:nvPr/>
        </p:nvSpPr>
        <p:spPr>
          <a:xfrm>
            <a:off x="6880860" y="2308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1812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implementation: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via Resend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on shipment creation and on every status change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logged to notification_log — SENT, FAILED, or SIMULATED, never silently lost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by design: the same trigger → Edge Function → provider pattern works for email, SMS, or WhatsApp with zero database changes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As-Built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542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supabase-js client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0" y="23774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Storage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weight calc · doc init · status sync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E8804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2542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41080" y="3017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status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reads/writes only through Supabase views and tables — every business rule lives in the database, not the client.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5212080"/>
            <a:ext cx="10698480" cy="109728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53492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backend server — Postgres triggers + Edge Functions handle all business logic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bucket with signed URLs for real document uploads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0195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type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phone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90195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55848" y="21945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awb_number · status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chargeable_weight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53328" y="144475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shipment_documents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53328" y="17373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 · doc_type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file_reference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24688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3328" y="254203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3328" y="28346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 · prev/new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created_at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41080" y="1371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50808" y="14447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50808" y="17373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 · type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· is_read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41080" y="24688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50808" y="254203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notification_log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50808" y="28346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 · subject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send_status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17520" y="2331720"/>
            <a:ext cx="228600" cy="0"/>
          </a:xfrm>
          <a:prstGeom prst="line">
            <a:avLst/>
          </a:prstGeom>
          <a:noFill/>
          <a:ln w="19050">
            <a:solidFill>
              <a:srgbClr val="AAB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828800"/>
            <a:ext cx="411480" cy="502920"/>
          </a:xfrm>
          <a:prstGeom prst="line">
            <a:avLst/>
          </a:prstGeom>
          <a:noFill/>
          <a:ln w="19050">
            <a:solidFill>
              <a:srgbClr val="AAB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2331720"/>
            <a:ext cx="411480" cy="594360"/>
          </a:xfrm>
          <a:prstGeom prst="line">
            <a:avLst/>
          </a:prstGeom>
          <a:noFill/>
          <a:ln w="19050">
            <a:solidFill>
              <a:srgbClr val="AAB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1828800"/>
            <a:ext cx="228600" cy="0"/>
          </a:xfrm>
          <a:prstGeom prst="line">
            <a:avLst/>
          </a:prstGeom>
          <a:noFill/>
          <a:ln w="19050">
            <a:solidFill>
              <a:srgbClr val="AAB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926080"/>
            <a:ext cx="228600" cy="0"/>
          </a:xfrm>
          <a:prstGeom prst="line">
            <a:avLst/>
          </a:prstGeom>
          <a:noFill/>
          <a:ln w="19050">
            <a:solidFill>
              <a:srgbClr val="AAB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657600"/>
            <a:ext cx="1069848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5840" y="3886200"/>
            <a:ext cx="10149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→ shipments (1-to-many) — one customer can have multiple shipments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→ shipment_documents (1-to-5, fixed) — every shipment gets exactly the 5 required document rows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→ status_history (1-to-many) — full audit trail of every transition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→ alerts / notification_log (1-to-many) — every flagged event and every notification attempt is preserved, never overwritten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Decisions Under Pressure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20345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2034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6596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Race-condition-safe status updates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5 documents can be approved in any order, by different reviewers, near-simultaneously.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first: recalculating status from the frontend after each approval.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failed: risk of stale state if two approvals landed close together.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moved the logic into a Postgres trigger that recalculates straight from the document table on every write — the database is the single source of truth, not the client.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6540" y="20345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06540" y="2034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4380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storage, not a placeholder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97180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 file_reference text column doesn't prove uploads actually work end-to-end.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wired Supabase Storage with a {shipment_id}/{document_type} path convention and signed URLs.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building 5 realistic sample PDFs (Airway Bill, Invoice, Packing List, ID Proof, Cargo Declaration) and running the full upload → approve → view pipeline before relying on it in the live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WhatsApp Concept to Production-Ready Email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UI 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374904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514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[WhatsApp Mock Crop]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9202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 original design sketched WhatsApp Business API alerts — but that needs Meta business verification and phone provisioning, infeasible inside the internship timeline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first: scoped a full WhatsApp + workflow-automation integration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didn't fit: a third infrastructure layer to learn and debug under deadline, with no reliable way to test it before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106984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34340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instead: kept the exact same event-driven pattern — trigger → Edge Function → provider → logged result — and swapped the channel to Resend email, which needs only an API key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the architecture mattered more than the specific provider — the same trigger works for email, SMS, or WhatsApp with zero changes to the database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22-Point End-to-End Test Suite — All Passing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926080" cy="36576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68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8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passed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console errors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7764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2128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transitions, weight calculation, terminal-state protection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2834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&amp; 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1272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upload, signed-URL view, rejection-reason 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3749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Handling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40416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fields, invalid input, empty-state and error-message checks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4663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9560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on-hold, ready-for-handover, completed/cancelled events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Learned, What's Left, 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19888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19888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triggers enforce business rules more reliably than application code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Full-journey integration tests catch state bugs unit tests miss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logged, swappable-provider design is achievable at student scope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78308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2292" y="19888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22292" y="19888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2461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 are fully open for the prototype demo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authentication yet — single shared admin view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is sandboxed without a verified domain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EDF1F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1604" y="19888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61604" y="19888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84464" y="32461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 for staff vs. customer portals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dashboard updates via Supabase subscriptions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export of compliance reports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234440"/>
            <a:ext cx="1188720" cy="1188720"/>
          </a:xfrm>
          <a:prstGeom prst="ellipse">
            <a:avLst/>
          </a:prstGeom>
          <a:solidFill>
            <a:srgbClr val="E880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Bill &amp; Document Tracker — ORBEM Solutions Private Limited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1605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air cargo document-compliance tracker — built, tested, and deployed.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Akshaya · Rasul Khan · Jason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Airway Bill &amp; Document Tracker — Final Review</dc:title>
  <dc:subject>PptxGenJS Presentation</dc:subject>
  <dc:creator>Jason</dc:creator>
  <cp:lastModifiedBy>Jason</cp:lastModifiedBy>
  <cp:revision>1</cp:revision>
  <dcterms:created xsi:type="dcterms:W3CDTF">2026-06-28T17:50:57Z</dcterms:created>
  <dcterms:modified xsi:type="dcterms:W3CDTF">2026-06-28T17:50:57Z</dcterms:modified>
</cp:coreProperties>
</file>